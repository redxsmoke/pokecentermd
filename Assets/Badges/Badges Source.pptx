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706B1-597F-B0B8-4404-A6BB8FA766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E6E582-B92D-E5AC-A4D0-52F4763396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F68A4E-D173-48FC-46A5-FDCD0ABB7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8E399-B22E-4545-A5E7-EDAA3380B170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72FD97-EDDC-936C-388E-7F041010B8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747321-BFC2-610C-8837-220CDA1EF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FFBE36-3592-475E-81AB-8F2169E6AA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00870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D6CB3-D67A-8171-2B14-186373D14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EB0D59-0C02-C0F6-B499-F89F3EE632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59D814-6FD6-6B6E-195B-3E1A58FE14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8E399-B22E-4545-A5E7-EDAA3380B170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28D9E1-1DD4-84CE-85D3-70F51FFC3C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7CB55B-AB03-CCD4-6787-E91B86C63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FFBE36-3592-475E-81AB-8F2169E6AA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97834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C521A6-3C19-B98D-6E50-798AF1A37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0058B2-7A86-2A9C-4E2B-11D1EC0557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CCB791-DA6B-F285-1709-96421F792E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8E399-B22E-4545-A5E7-EDAA3380B170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993CD5-10F8-646B-5A7A-06B22FCC72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B5E1A7-FDD8-C90C-88CE-B42F11707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FFBE36-3592-475E-81AB-8F2169E6AA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27757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88264E-6C1F-4A3E-DF77-336727573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0CB85A-7BC7-73A5-FA90-690E60DBCA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B3229B-907E-2529-6768-8C4C483E5E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51D984-4D21-A601-C13F-EA1F550B8E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8E399-B22E-4545-A5E7-EDAA3380B170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3007D6-A9B6-762A-DD7A-FFC6F94AC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8B9D28-C34A-5447-0BB2-443BF20C4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FFBE36-3592-475E-81AB-8F2169E6AA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06881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6C5B1E-B4F6-B183-DC5F-0AF4B1DBAE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25C349-DED2-A54C-A5C6-8C35C18CF3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FC952F-532D-9855-4737-36AF864079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0FFA8A1-8495-8B8C-06F5-8CC4D3EB09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D66B8F6-7B1B-C050-4023-6BDA4A3AA24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30414DD-73DC-4892-CF16-49E66117E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8E399-B22E-4545-A5E7-EDAA3380B170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DE929BE-318A-ABA6-3F86-13AE0A5145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0F3705A-916E-BFBB-26B4-6F5B0FAB1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FFBE36-3592-475E-81AB-8F2169E6AA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19442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37195-0E74-AEE3-0B80-9CECAE178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08F0A7A-7FCA-B920-4543-6AFCBE7A1D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8E399-B22E-4545-A5E7-EDAA3380B170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545A91-8D42-38E1-F8C3-702B6ABFEF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2C0F9A-DDCB-C19A-1B6F-DDE95D4C7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FFBE36-3592-475E-81AB-8F2169E6AA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82701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479D541-B3BA-D8C0-6688-2B10C0883E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8E399-B22E-4545-A5E7-EDAA3380B170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58054D-EEAA-6F75-B775-C82E00B07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5D2D32-9589-0502-6E9E-2B064CC1B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FFBE36-3592-475E-81AB-8F2169E6AA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14532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2A5042-F1A7-473D-3102-CA68BEEDA3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2598A9-55E1-190A-D8C5-CCE8016594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82365D-6815-542A-90AF-81904C4378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7D6B20-68EA-E525-CC93-9FE6BBA0A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8E399-B22E-4545-A5E7-EDAA3380B170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63C302-E267-D3BF-2F0F-E718FFC56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5B3D1A-049C-7AA1-2735-C43750290D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FFBE36-3592-475E-81AB-8F2169E6AA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3926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4F204-D5B5-720C-E6E3-5D1E075B5A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A5EA828-6758-0180-ADE8-70A3737339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B2EEA8-A0DC-A2DD-5576-E6E3F7CBEA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136087-1DB8-3C9D-CC1B-8C6163CACC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8E399-B22E-4545-A5E7-EDAA3380B170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C3FE48-FD39-DEE0-3CE4-C969B06FB9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8F77AE-33E6-A71F-9D42-CCD2B9A92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FFBE36-3592-475E-81AB-8F2169E6AA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63658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6C083-B849-D4F3-5567-373A2AE99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7EED94-31CC-3436-12F1-531293BE1F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383348-F952-EAF6-3B3A-A125BF4FA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8E399-B22E-4545-A5E7-EDAA3380B170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4D708A-BB2D-6167-A38B-04FF5B45D5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F582F0-6D2F-6240-BB09-B9670BCB0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FFBE36-3592-475E-81AB-8F2169E6AA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3627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C020D80-78D2-C1A1-E569-BF26C7BE97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CB5C20-E4C6-459A-EBE8-A7E788FE08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46076D-0DD3-9CC6-69C9-129CCAAF39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8E399-B22E-4545-A5E7-EDAA3380B170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7320A-2C73-7FD5-335D-2AE8D5863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14F7CA-BBC2-484B-6D99-0177B0E40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FFBE36-3592-475E-81AB-8F2169E6AA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7480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FFD9D28-503B-80F1-C4DE-3102E46D81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41176F-D85D-FB14-C59E-862E911F3B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59E9A1-9666-AE6A-C9D7-4759C185B2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28E399-B22E-4545-A5E7-EDAA3380B170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D8E0FB-0337-3055-BB0B-42F01410B5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8BE5F6-E3AA-D26D-1321-EC9292FAF9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FFBE36-3592-475E-81AB-8F2169E6AA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78312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3688DE57-27E7-CF34-EB24-33ED67FA1839}"/>
              </a:ext>
            </a:extLst>
          </p:cNvPr>
          <p:cNvSpPr/>
          <p:nvPr/>
        </p:nvSpPr>
        <p:spPr>
          <a:xfrm rot="10800000">
            <a:off x="3632200" y="3546475"/>
            <a:ext cx="3695700" cy="2413000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AC98E6AD-8495-EFED-B730-D5FB6580C0CC}"/>
              </a:ext>
            </a:extLst>
          </p:cNvPr>
          <p:cNvSpPr/>
          <p:nvPr/>
        </p:nvSpPr>
        <p:spPr>
          <a:xfrm rot="10800000">
            <a:off x="5473698" y="1104901"/>
            <a:ext cx="3695700" cy="2413000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2533E30C-8D76-3A15-F7DF-FED3D988B8B6}"/>
              </a:ext>
            </a:extLst>
          </p:cNvPr>
          <p:cNvSpPr/>
          <p:nvPr/>
        </p:nvSpPr>
        <p:spPr>
          <a:xfrm rot="10800000">
            <a:off x="1784349" y="1104900"/>
            <a:ext cx="3695700" cy="2413000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73F8F140-296F-6432-6A6E-3EE89EC8E0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6267" t="25822" r="26020" b="27265"/>
          <a:stretch>
            <a:fillRect/>
          </a:stretch>
        </p:blipFill>
        <p:spPr>
          <a:xfrm>
            <a:off x="3782058" y="1104900"/>
            <a:ext cx="3383280" cy="3326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0377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E4150E-E4B3-4810-31EF-3BD6BF2C9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F3959096-28BF-1A9D-BDEA-9976261C20E0}"/>
              </a:ext>
            </a:extLst>
          </p:cNvPr>
          <p:cNvSpPr/>
          <p:nvPr/>
        </p:nvSpPr>
        <p:spPr>
          <a:xfrm rot="10800000">
            <a:off x="3632200" y="3546475"/>
            <a:ext cx="3695700" cy="2413000"/>
          </a:xfrm>
          <a:prstGeom prst="triangl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EF539251-1DE5-4ECF-4907-20533BCFDEBD}"/>
              </a:ext>
            </a:extLst>
          </p:cNvPr>
          <p:cNvSpPr/>
          <p:nvPr/>
        </p:nvSpPr>
        <p:spPr>
          <a:xfrm rot="10800000">
            <a:off x="5473698" y="1104901"/>
            <a:ext cx="3695700" cy="2413000"/>
          </a:xfrm>
          <a:prstGeom prst="triangl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CF338272-AE5C-E5DE-E8C8-244C1A926965}"/>
              </a:ext>
            </a:extLst>
          </p:cNvPr>
          <p:cNvSpPr/>
          <p:nvPr/>
        </p:nvSpPr>
        <p:spPr>
          <a:xfrm rot="10800000">
            <a:off x="1784349" y="1104900"/>
            <a:ext cx="3695700" cy="2413000"/>
          </a:xfrm>
          <a:prstGeom prst="triangl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 descr="Totodile Pokemon, Croconaw Evolution, Pokedex Entry, Starter Pokemon ...">
            <a:extLst>
              <a:ext uri="{FF2B5EF4-FFF2-40B4-BE49-F238E27FC236}">
                <a16:creationId xmlns:a16="http://schemas.microsoft.com/office/drawing/2014/main" id="{5A822A37-CD2E-14CE-F955-D7BBDD7815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2199" y="1242060"/>
            <a:ext cx="3216657" cy="3216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99213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2526</TotalTime>
  <Words>0</Words>
  <Application>Microsoft Office PowerPoint</Application>
  <PresentationFormat>Widescreen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Andrew Evans</dc:creator>
  <cp:lastModifiedBy>Andrew Evans</cp:lastModifiedBy>
  <cp:revision>1</cp:revision>
  <dcterms:created xsi:type="dcterms:W3CDTF">2026-08-21T01:24:50Z</dcterms:created>
  <dcterms:modified xsi:type="dcterms:W3CDTF">2026-08-22T19:31:17Z</dcterms:modified>
</cp:coreProperties>
</file>