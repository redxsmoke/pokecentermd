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7" r:id="rId5"/>
    <p:sldId id="266" r:id="rId6"/>
    <p:sldId id="267" r:id="rId7"/>
    <p:sldId id="269" r:id="rId8"/>
    <p:sldId id="268" r:id="rId9"/>
    <p:sldId id="27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01E4"/>
    <a:srgbClr val="0D3512"/>
    <a:srgbClr val="34282A"/>
    <a:srgbClr val="F00000"/>
    <a:srgbClr val="156082"/>
    <a:srgbClr val="00B0F0"/>
    <a:srgbClr val="D47516"/>
    <a:srgbClr val="FEFEFE"/>
    <a:srgbClr val="50164A"/>
    <a:srgbClr val="47D4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706B1-597F-B0B8-4404-A6BB8FA76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6E582-B92D-E5AC-A4D0-52F476339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68A4E-D173-48FC-46A5-FDCD0ABB7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8E399-B22E-4545-A5E7-EDAA3380B17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2FD97-EDDC-936C-388E-7F041010B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47321-BFC2-610C-8837-220CDA1E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BE36-3592-475E-81AB-8F2169E6A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87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D6CB3-D67A-8171-2B14-186373D1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B0D59-0C02-C0F6-B499-F89F3EE63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9D814-6FD6-6B6E-195B-3E1A58FE1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8E399-B22E-4545-A5E7-EDAA3380B17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8D9E1-1DD4-84CE-85D3-70F51FFC3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CB55B-AB03-CCD4-6787-E91B86C63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BE36-3592-475E-81AB-8F2169E6A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8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21A6-3C19-B98D-6E50-798AF1A3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058B2-7A86-2A9C-4E2B-11D1EC0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CB791-DA6B-F285-1709-96421F79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8E399-B22E-4545-A5E7-EDAA3380B17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93CD5-10F8-646B-5A7A-06B22FCC7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5E1A7-FDD8-C90C-88CE-B42F11707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BE36-3592-475E-81AB-8F2169E6A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5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8264E-6C1F-4A3E-DF77-336727573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CB85A-7BC7-73A5-FA90-690E60DBC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3229B-907E-2529-6768-8C4C483E5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1D984-4D21-A601-C13F-EA1F550B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8E399-B22E-4545-A5E7-EDAA3380B17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007D6-A9B6-762A-DD7A-FFC6F94A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B9D28-C34A-5447-0BB2-443BF20C4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BE36-3592-475E-81AB-8F2169E6A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88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C5B1E-B4F6-B183-DC5F-0AF4B1DBA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5C349-DED2-A54C-A5C6-8C35C18CF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C952F-532D-9855-4737-36AF86407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FFA8A1-8495-8B8C-06F5-8CC4D3EB0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66B8F6-7B1B-C050-4023-6BDA4A3AA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0414DD-73DC-4892-CF16-49E66117E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8E399-B22E-4545-A5E7-EDAA3380B17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E929BE-318A-ABA6-3F86-13AE0A51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F3705A-916E-BFBB-26B4-6F5B0FAB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BE36-3592-475E-81AB-8F2169E6A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4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37195-0E74-AEE3-0B80-9CECAE17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8F0A7A-7FCA-B920-4543-6AFCBE7A1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8E399-B22E-4545-A5E7-EDAA3380B17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45A91-8D42-38E1-F8C3-702B6ABFE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C0F9A-DDCB-C19A-1B6F-DDE95D4C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BE36-3592-475E-81AB-8F2169E6A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70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79D541-B3BA-D8C0-6688-2B10C088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8E399-B22E-4545-A5E7-EDAA3380B17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58054D-EEAA-6F75-B775-C82E00B0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D2D32-9589-0502-6E9E-2B064CC1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BE36-3592-475E-81AB-8F2169E6A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53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5042-F1A7-473D-3102-CA68BEED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598A9-55E1-190A-D8C5-CCE801659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2365D-6815-542A-90AF-81904C437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D6B20-68EA-E525-CC93-9FE6BBA0A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8E399-B22E-4545-A5E7-EDAA3380B17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3C302-E267-D3BF-2F0F-E718FFC56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B3D1A-049C-7AA1-2735-C4375029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BE36-3592-475E-81AB-8F2169E6A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92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4F204-D5B5-720C-E6E3-5D1E075B5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5EA828-6758-0180-ADE8-70A3737339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2EEA8-A0DC-A2DD-5576-E6E3F7CBE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36087-1DB8-3C9D-CC1B-8C6163CAC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8E399-B22E-4545-A5E7-EDAA3380B17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3FE48-FD39-DEE0-3CE4-C969B06FB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F77AE-33E6-A71F-9D42-CCD2B9A92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BE36-3592-475E-81AB-8F2169E6A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6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C083-B849-D4F3-5567-373A2AE99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EED94-31CC-3436-12F1-531293BE1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83348-F952-EAF6-3B3A-A125BF4FA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8E399-B22E-4545-A5E7-EDAA3380B17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D708A-BB2D-6167-A38B-04FF5B45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582F0-6D2F-6240-BB09-B9670BCB0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BE36-3592-475E-81AB-8F2169E6A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62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20D80-78D2-C1A1-E569-BF26C7BE97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B5C20-E4C6-459A-EBE8-A7E788FE0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6076D-0DD3-9CC6-69C9-129CCAAF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8E399-B22E-4545-A5E7-EDAA3380B17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7320A-2C73-7FD5-335D-2AE8D586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4F7CA-BBC2-484B-6D99-0177B0E40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BE36-3592-475E-81AB-8F2169E6A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4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FD9D28-503B-80F1-C4DE-3102E46D8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1176F-D85D-FB14-C59E-862E911F3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9E9A1-9666-AE6A-C9D7-4759C185B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8E399-B22E-4545-A5E7-EDAA3380B17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8E0FB-0337-3055-BB0B-42F01410B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BE5F6-E3AA-D26D-1321-EC9292FAF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FBE36-3592-475E-81AB-8F2169E6A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831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33E57F4-D362-4F10-8D34-B3615B596A76}"/>
              </a:ext>
            </a:extLst>
          </p:cNvPr>
          <p:cNvGrpSpPr/>
          <p:nvPr/>
        </p:nvGrpSpPr>
        <p:grpSpPr>
          <a:xfrm>
            <a:off x="1784349" y="1104900"/>
            <a:ext cx="7385049" cy="4854575"/>
            <a:chOff x="1784349" y="1104900"/>
            <a:chExt cx="7385049" cy="485457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8E8408A-4EFA-9C64-8AFF-895ADB8A9195}"/>
                </a:ext>
              </a:extLst>
            </p:cNvPr>
            <p:cNvSpPr/>
            <p:nvPr/>
          </p:nvSpPr>
          <p:spPr>
            <a:xfrm>
              <a:off x="3505201" y="1104900"/>
              <a:ext cx="3962399" cy="2533649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688DE57-27E7-CF34-EB24-33ED67FA1839}"/>
                </a:ext>
              </a:extLst>
            </p:cNvPr>
            <p:cNvSpPr/>
            <p:nvPr/>
          </p:nvSpPr>
          <p:spPr>
            <a:xfrm rot="10800000">
              <a:off x="3632200" y="3546475"/>
              <a:ext cx="3695700" cy="2413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AC98E6AD-8495-EFED-B730-D5FB6580C0CC}"/>
                </a:ext>
              </a:extLst>
            </p:cNvPr>
            <p:cNvSpPr/>
            <p:nvPr/>
          </p:nvSpPr>
          <p:spPr>
            <a:xfrm rot="10800000">
              <a:off x="5473698" y="1104901"/>
              <a:ext cx="3695700" cy="2413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2533E30C-8D76-3A15-F7DF-FED3D988B8B6}"/>
                </a:ext>
              </a:extLst>
            </p:cNvPr>
            <p:cNvSpPr/>
            <p:nvPr/>
          </p:nvSpPr>
          <p:spPr>
            <a:xfrm rot="10800000">
              <a:off x="1784349" y="1104900"/>
              <a:ext cx="3695700" cy="2413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 descr="Bulbasaur Character, Pokémon Art, Grass-Type Creature Transparent PNG">
              <a:extLst>
                <a:ext uri="{FF2B5EF4-FFF2-40B4-BE49-F238E27FC236}">
                  <a16:creationId xmlns:a16="http://schemas.microsoft.com/office/drawing/2014/main" id="{D195B993-3E11-8CB6-A229-19A194128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21622" y="1200150"/>
              <a:ext cx="1550354" cy="1421006"/>
            </a:xfrm>
            <a:prstGeom prst="rect">
              <a:avLst/>
            </a:prstGeom>
          </p:spPr>
        </p:pic>
        <p:pic>
          <p:nvPicPr>
            <p:cNvPr id="3" name="Picture 2" descr="Charmander PNG Images Transparent Free Download">
              <a:extLst>
                <a:ext uri="{FF2B5EF4-FFF2-40B4-BE49-F238E27FC236}">
                  <a16:creationId xmlns:a16="http://schemas.microsoft.com/office/drawing/2014/main" id="{516BE24D-3BD8-A774-8759-F414902AF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9578" y="1200150"/>
              <a:ext cx="1479547" cy="163908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E071B23-77C3-B087-F98B-B68758A1E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4733925" y="3638550"/>
              <a:ext cx="1285875" cy="1643967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7130981-ED60-8881-DFE9-B8240F5A9A12}"/>
                </a:ext>
              </a:extLst>
            </p:cNvPr>
            <p:cNvSpPr/>
            <p:nvPr/>
          </p:nvSpPr>
          <p:spPr>
            <a:xfrm>
              <a:off x="4128205" y="2555121"/>
              <a:ext cx="2710037" cy="101566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0" b="0" cap="none" spc="0" dirty="0">
                  <a:ln w="0"/>
                  <a:solidFill>
                    <a:srgbClr val="156082"/>
                  </a:solidFill>
                  <a:effectLst>
                    <a:glow rad="127000">
                      <a:schemeClr val="bg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 Black" panose="020B0004020202020204" pitchFamily="34" charset="0"/>
                </a:rPr>
                <a:t>KANTO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037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7A4CC-157B-D99E-44D6-512A330E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E3F6BE6-8F68-E2C7-6ACC-B4CDC8729672}"/>
              </a:ext>
            </a:extLst>
          </p:cNvPr>
          <p:cNvGrpSpPr/>
          <p:nvPr/>
        </p:nvGrpSpPr>
        <p:grpSpPr>
          <a:xfrm>
            <a:off x="1784349" y="1076326"/>
            <a:ext cx="7385049" cy="4883149"/>
            <a:chOff x="1784349" y="1076326"/>
            <a:chExt cx="7385049" cy="488314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8AC66AE-33E0-38C7-95C2-BCF24B081E34}"/>
                </a:ext>
              </a:extLst>
            </p:cNvPr>
            <p:cNvSpPr/>
            <p:nvPr/>
          </p:nvSpPr>
          <p:spPr>
            <a:xfrm>
              <a:off x="3632199" y="1133474"/>
              <a:ext cx="3695700" cy="241300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68EBDDD8-5663-18F4-7913-F0978B02A226}"/>
                </a:ext>
              </a:extLst>
            </p:cNvPr>
            <p:cNvSpPr/>
            <p:nvPr/>
          </p:nvSpPr>
          <p:spPr>
            <a:xfrm rot="10800000">
              <a:off x="3632200" y="3546475"/>
              <a:ext cx="3695700" cy="2413000"/>
            </a:xfrm>
            <a:prstGeom prst="triangl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9E9C8D77-4CF5-815B-1406-BFFBF4F6C8F7}"/>
                </a:ext>
              </a:extLst>
            </p:cNvPr>
            <p:cNvSpPr/>
            <p:nvPr/>
          </p:nvSpPr>
          <p:spPr>
            <a:xfrm rot="10800000">
              <a:off x="5473698" y="1104901"/>
              <a:ext cx="3695700" cy="2413000"/>
            </a:xfrm>
            <a:prstGeom prst="triangl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2BBA49CC-B121-77D2-B547-B088F538D3BE}"/>
                </a:ext>
              </a:extLst>
            </p:cNvPr>
            <p:cNvSpPr/>
            <p:nvPr/>
          </p:nvSpPr>
          <p:spPr>
            <a:xfrm rot="10800000">
              <a:off x="1784349" y="1104900"/>
              <a:ext cx="3695700" cy="2413000"/>
            </a:xfrm>
            <a:prstGeom prst="triangl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E463268-0A07-3ABB-EFB2-418D18854E8D}"/>
                </a:ext>
              </a:extLst>
            </p:cNvPr>
            <p:cNvSpPr/>
            <p:nvPr/>
          </p:nvSpPr>
          <p:spPr>
            <a:xfrm>
              <a:off x="4192326" y="2555121"/>
              <a:ext cx="2581797" cy="101566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0" b="0" cap="none" spc="0" dirty="0">
                  <a:ln w="0"/>
                  <a:solidFill>
                    <a:srgbClr val="47D45A"/>
                  </a:solidFill>
                  <a:effectLst>
                    <a:glow rad="127000">
                      <a:schemeClr val="bg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 Black" panose="020B0004020202020204" pitchFamily="34" charset="0"/>
                </a:rPr>
                <a:t>JOHTO</a:t>
              </a:r>
            </a:p>
          </p:txBody>
        </p:sp>
        <p:pic>
          <p:nvPicPr>
            <p:cNvPr id="5" name="Picture 4" descr="Totodile Pokemon, Croconaw Evolution, Pokedex Entry, Starter Pokemon ...">
              <a:extLst>
                <a:ext uri="{FF2B5EF4-FFF2-40B4-BE49-F238E27FC236}">
                  <a16:creationId xmlns:a16="http://schemas.microsoft.com/office/drawing/2014/main" id="{BB6C7040-27BF-4E13-F0F6-731201723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8146" y="3756026"/>
              <a:ext cx="1407854" cy="1407854"/>
            </a:xfrm>
            <a:prstGeom prst="rect">
              <a:avLst/>
            </a:prstGeom>
          </p:spPr>
        </p:pic>
        <p:pic>
          <p:nvPicPr>
            <p:cNvPr id="6" name="Picture 5" descr="Cyndaquil Pokemon, Fire Type, Quilava, Johto Region, Cute PNG">
              <a:extLst>
                <a:ext uri="{FF2B5EF4-FFF2-40B4-BE49-F238E27FC236}">
                  <a16:creationId xmlns:a16="http://schemas.microsoft.com/office/drawing/2014/main" id="{7AE95238-66B6-8E0D-ADA3-2FE87569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0702" y="1076326"/>
              <a:ext cx="2019749" cy="1581150"/>
            </a:xfrm>
            <a:prstGeom prst="rect">
              <a:avLst/>
            </a:prstGeom>
          </p:spPr>
        </p:pic>
        <p:pic>
          <p:nvPicPr>
            <p:cNvPr id="11" name="Picture 10" descr="Chikorita - Pokemon Chikorita PNG Transparent With Clear Background ID ...">
              <a:extLst>
                <a:ext uri="{FF2B5EF4-FFF2-40B4-BE49-F238E27FC236}">
                  <a16:creationId xmlns:a16="http://schemas.microsoft.com/office/drawing/2014/main" id="{0ACCDA0A-61EB-1EE4-3F17-4CF74F719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703"/>
            <a:stretch>
              <a:fillRect/>
            </a:stretch>
          </p:blipFill>
          <p:spPr>
            <a:xfrm>
              <a:off x="2758951" y="1090017"/>
              <a:ext cx="2160970" cy="17744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763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C5F5E-91AF-CAA4-B775-BA4364D55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232781B-3432-4823-1983-FBA149C71CC9}"/>
              </a:ext>
            </a:extLst>
          </p:cNvPr>
          <p:cNvGrpSpPr/>
          <p:nvPr/>
        </p:nvGrpSpPr>
        <p:grpSpPr>
          <a:xfrm>
            <a:off x="1784349" y="1104900"/>
            <a:ext cx="7385049" cy="4854575"/>
            <a:chOff x="1784349" y="1104900"/>
            <a:chExt cx="7385049" cy="485457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0A6232-05BD-0E3D-74F6-0ECC46160BBD}"/>
                </a:ext>
              </a:extLst>
            </p:cNvPr>
            <p:cNvSpPr/>
            <p:nvPr/>
          </p:nvSpPr>
          <p:spPr>
            <a:xfrm>
              <a:off x="3632199" y="1133474"/>
              <a:ext cx="3695700" cy="2413001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87E52BE2-1EE3-87AF-8574-BFF5E268A458}"/>
                </a:ext>
              </a:extLst>
            </p:cNvPr>
            <p:cNvSpPr/>
            <p:nvPr/>
          </p:nvSpPr>
          <p:spPr>
            <a:xfrm rot="10800000">
              <a:off x="3632200" y="3546475"/>
              <a:ext cx="3695700" cy="2413000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7404E4F-1D44-C3F8-454A-C77B1938A8C1}"/>
                </a:ext>
              </a:extLst>
            </p:cNvPr>
            <p:cNvSpPr/>
            <p:nvPr/>
          </p:nvSpPr>
          <p:spPr>
            <a:xfrm rot="10800000">
              <a:off x="5473698" y="1104901"/>
              <a:ext cx="3695700" cy="2413000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1E9B692B-9AAA-E645-F5A3-FEF663043956}"/>
                </a:ext>
              </a:extLst>
            </p:cNvPr>
            <p:cNvSpPr/>
            <p:nvPr/>
          </p:nvSpPr>
          <p:spPr>
            <a:xfrm rot="10800000">
              <a:off x="1784349" y="1104900"/>
              <a:ext cx="3695700" cy="2413000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512DF78-1911-C08F-FA1D-B841D39ACB14}"/>
                </a:ext>
              </a:extLst>
            </p:cNvPr>
            <p:cNvSpPr/>
            <p:nvPr/>
          </p:nvSpPr>
          <p:spPr>
            <a:xfrm>
              <a:off x="4026831" y="2593221"/>
              <a:ext cx="2893741" cy="101566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800" b="0" cap="none" spc="0" dirty="0">
                  <a:ln w="0"/>
                  <a:solidFill>
                    <a:srgbClr val="50164A"/>
                  </a:solidFill>
                  <a:effectLst>
                    <a:glow rad="127000">
                      <a:schemeClr val="bg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 Black" panose="020B0004020202020204" pitchFamily="34" charset="0"/>
                </a:rPr>
                <a:t>HOENN</a:t>
              </a:r>
            </a:p>
          </p:txBody>
        </p:sp>
        <p:pic>
          <p:nvPicPr>
            <p:cNvPr id="3" name="Picture 2" descr="Mudkip, Kanto, Generation, Cute, Water PNG">
              <a:extLst>
                <a:ext uri="{FF2B5EF4-FFF2-40B4-BE49-F238E27FC236}">
                  <a16:creationId xmlns:a16="http://schemas.microsoft.com/office/drawing/2014/main" id="{90F18C20-7301-6D8E-793C-B6A334E3F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4496101" y="3532784"/>
              <a:ext cx="1955194" cy="1827879"/>
            </a:xfrm>
            <a:prstGeom prst="rect">
              <a:avLst/>
            </a:prstGeom>
          </p:spPr>
        </p:pic>
        <p:pic>
          <p:nvPicPr>
            <p:cNvPr id="4" name="Picture 3" descr="Pokemon Treecko PNG File">
              <a:extLst>
                <a:ext uri="{FF2B5EF4-FFF2-40B4-BE49-F238E27FC236}">
                  <a16:creationId xmlns:a16="http://schemas.microsoft.com/office/drawing/2014/main" id="{B4B9F636-84E7-6576-08CF-35D3AF86F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73401" y="1248529"/>
              <a:ext cx="1246246" cy="1485148"/>
            </a:xfrm>
            <a:prstGeom prst="rect">
              <a:avLst/>
            </a:prstGeom>
          </p:spPr>
        </p:pic>
        <p:pic>
          <p:nvPicPr>
            <p:cNvPr id="7" name="Picture 6" descr="Torchic, Pokemon, Cute PNG Image">
              <a:extLst>
                <a:ext uri="{FF2B5EF4-FFF2-40B4-BE49-F238E27FC236}">
                  <a16:creationId xmlns:a16="http://schemas.microsoft.com/office/drawing/2014/main" id="{7E51FE2D-C6F4-33FD-117B-4C7978813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88828" y="1157783"/>
              <a:ext cx="1284344" cy="1796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175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4150E-E4B3-4810-31EF-3BD6BF2C9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FFA0D54-9AEF-E85D-7E93-AB4C715DC90D}"/>
              </a:ext>
            </a:extLst>
          </p:cNvPr>
          <p:cNvGrpSpPr/>
          <p:nvPr/>
        </p:nvGrpSpPr>
        <p:grpSpPr>
          <a:xfrm>
            <a:off x="1784349" y="1104900"/>
            <a:ext cx="7385049" cy="4854575"/>
            <a:chOff x="1784349" y="1104900"/>
            <a:chExt cx="7385049" cy="485457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E012736-5C18-EB8E-5BC2-1B63BCCC091C}"/>
                </a:ext>
              </a:extLst>
            </p:cNvPr>
            <p:cNvSpPr/>
            <p:nvPr/>
          </p:nvSpPr>
          <p:spPr>
            <a:xfrm>
              <a:off x="3632199" y="1133474"/>
              <a:ext cx="3695700" cy="2413001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535AA6F-96C0-8850-E04B-B059B333DBE0}"/>
                </a:ext>
              </a:extLst>
            </p:cNvPr>
            <p:cNvSpPr/>
            <p:nvPr/>
          </p:nvSpPr>
          <p:spPr>
            <a:xfrm>
              <a:off x="4185529" y="2593221"/>
              <a:ext cx="2576346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800" b="0" cap="none" spc="0" dirty="0">
                  <a:ln w="0"/>
                  <a:solidFill>
                    <a:srgbClr val="D47516"/>
                  </a:solidFill>
                  <a:effectLst>
                    <a:glow rad="127000">
                      <a:schemeClr val="bg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 Black" panose="020B0004020202020204" pitchFamily="34" charset="0"/>
                </a:rPr>
                <a:t>SINNOH</a:t>
              </a: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3959096-28BF-1A9D-BDEA-9976261C20E0}"/>
                </a:ext>
              </a:extLst>
            </p:cNvPr>
            <p:cNvSpPr/>
            <p:nvPr/>
          </p:nvSpPr>
          <p:spPr>
            <a:xfrm rot="10800000">
              <a:off x="3632200" y="3546475"/>
              <a:ext cx="3695700" cy="2413000"/>
            </a:xfrm>
            <a:prstGeom prst="triangle">
              <a:avLst/>
            </a:prstGeom>
            <a:solidFill>
              <a:srgbClr val="D4751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F539251-1DE5-4ECF-4907-20533BCFDEBD}"/>
                </a:ext>
              </a:extLst>
            </p:cNvPr>
            <p:cNvSpPr/>
            <p:nvPr/>
          </p:nvSpPr>
          <p:spPr>
            <a:xfrm rot="10800000">
              <a:off x="5473698" y="1104901"/>
              <a:ext cx="3695700" cy="2413000"/>
            </a:xfrm>
            <a:prstGeom prst="triangle">
              <a:avLst/>
            </a:prstGeom>
            <a:solidFill>
              <a:srgbClr val="D4751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CF338272-AE5C-E5DE-E8C8-244C1A926965}"/>
                </a:ext>
              </a:extLst>
            </p:cNvPr>
            <p:cNvSpPr/>
            <p:nvPr/>
          </p:nvSpPr>
          <p:spPr>
            <a:xfrm rot="10800000">
              <a:off x="1784349" y="1104900"/>
              <a:ext cx="3695700" cy="2413000"/>
            </a:xfrm>
            <a:prstGeom prst="triangle">
              <a:avLst/>
            </a:prstGeom>
            <a:solidFill>
              <a:srgbClr val="D4751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 descr="Turtwig Character, Grass Type, Pokémon Transparent PNG">
              <a:extLst>
                <a:ext uri="{FF2B5EF4-FFF2-40B4-BE49-F238E27FC236}">
                  <a16:creationId xmlns:a16="http://schemas.microsoft.com/office/drawing/2014/main" id="{D4ABCDCF-F5DE-2BB3-A4EC-259CDD2EA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569"/>
            <a:stretch>
              <a:fillRect/>
            </a:stretch>
          </p:blipFill>
          <p:spPr>
            <a:xfrm>
              <a:off x="2830270" y="1104900"/>
              <a:ext cx="1401976" cy="1746249"/>
            </a:xfrm>
            <a:prstGeom prst="rect">
              <a:avLst/>
            </a:prstGeom>
          </p:spPr>
        </p:pic>
        <p:pic>
          <p:nvPicPr>
            <p:cNvPr id="4" name="Picture 3" descr="Piplup Pokemon, Cute Design, Penguin Character, Water Type, Battle ...">
              <a:extLst>
                <a:ext uri="{FF2B5EF4-FFF2-40B4-BE49-F238E27FC236}">
                  <a16:creationId xmlns:a16="http://schemas.microsoft.com/office/drawing/2014/main" id="{26E98A5C-D6C7-C007-33B6-9C27B6A8D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4801" y="3584575"/>
              <a:ext cx="1881700" cy="1872512"/>
            </a:xfrm>
            <a:prstGeom prst="rect">
              <a:avLst/>
            </a:prstGeom>
          </p:spPr>
        </p:pic>
        <p:pic>
          <p:nvPicPr>
            <p:cNvPr id="5" name="Picture 4" descr="Chimchar, Pokemon, PNG">
              <a:extLst>
                <a:ext uri="{FF2B5EF4-FFF2-40B4-BE49-F238E27FC236}">
                  <a16:creationId xmlns:a16="http://schemas.microsoft.com/office/drawing/2014/main" id="{FFB45646-35E6-A2D8-56F2-2AB18AC97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66827" y="1190078"/>
              <a:ext cx="1709441" cy="15758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9921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BCCB5-38A4-5E5F-0E7E-A0F4D569F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50AF36-4D1D-3D43-D762-A90CFBD5CD77}"/>
              </a:ext>
            </a:extLst>
          </p:cNvPr>
          <p:cNvSpPr/>
          <p:nvPr/>
        </p:nvSpPr>
        <p:spPr>
          <a:xfrm>
            <a:off x="3632199" y="1133474"/>
            <a:ext cx="3695700" cy="24130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FC1C0F-FF1B-5097-4D6C-B6E7D441F746}"/>
              </a:ext>
            </a:extLst>
          </p:cNvPr>
          <p:cNvSpPr/>
          <p:nvPr/>
        </p:nvSpPr>
        <p:spPr>
          <a:xfrm>
            <a:off x="4337750" y="2593221"/>
            <a:ext cx="227190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EF01E4"/>
                </a:solidFill>
                <a:effectLst>
                  <a:glow rad="1270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Black" panose="020B0004020202020204" pitchFamily="34" charset="0"/>
              </a:rPr>
              <a:t>UNOVA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783BB-323E-F21B-9682-554BF3198306}"/>
              </a:ext>
            </a:extLst>
          </p:cNvPr>
          <p:cNvSpPr/>
          <p:nvPr/>
        </p:nvSpPr>
        <p:spPr>
          <a:xfrm rot="10800000">
            <a:off x="3632200" y="3546475"/>
            <a:ext cx="3695700" cy="2413000"/>
          </a:xfrm>
          <a:prstGeom prst="triangle">
            <a:avLst/>
          </a:prstGeom>
          <a:solidFill>
            <a:srgbClr val="EF01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0445411-4C83-0C44-E0D6-67017615AD89}"/>
              </a:ext>
            </a:extLst>
          </p:cNvPr>
          <p:cNvSpPr/>
          <p:nvPr/>
        </p:nvSpPr>
        <p:spPr>
          <a:xfrm rot="10800000">
            <a:off x="5473698" y="1104901"/>
            <a:ext cx="3695700" cy="2413000"/>
          </a:xfrm>
          <a:prstGeom prst="triangle">
            <a:avLst/>
          </a:prstGeom>
          <a:solidFill>
            <a:srgbClr val="EF01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D778AFEF-33B7-825B-A89A-8AFA780027CB}"/>
              </a:ext>
            </a:extLst>
          </p:cNvPr>
          <p:cNvSpPr/>
          <p:nvPr/>
        </p:nvSpPr>
        <p:spPr>
          <a:xfrm rot="10800000">
            <a:off x="1784349" y="1104900"/>
            <a:ext cx="3695700" cy="2413000"/>
          </a:xfrm>
          <a:prstGeom prst="triangle">
            <a:avLst/>
          </a:prstGeom>
          <a:solidFill>
            <a:srgbClr val="EF01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nivy Pokemon, Serpentine Form, Nature Inspired, Starter Pokemon, Grass ...">
            <a:extLst>
              <a:ext uri="{FF2B5EF4-FFF2-40B4-BE49-F238E27FC236}">
                <a16:creationId xmlns:a16="http://schemas.microsoft.com/office/drawing/2014/main" id="{EE3B4DF4-39AA-149D-3D2B-B59E417DB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368" y="1123950"/>
            <a:ext cx="1525519" cy="2047875"/>
          </a:xfrm>
          <a:prstGeom prst="rect">
            <a:avLst/>
          </a:prstGeom>
        </p:spPr>
      </p:pic>
      <p:pic>
        <p:nvPicPr>
          <p:cNvPr id="6" name="Picture 5" descr="Tepig Pokemon, Evolutionary Line, Friendly Nature, Cute Appearance ...">
            <a:extLst>
              <a:ext uri="{FF2B5EF4-FFF2-40B4-BE49-F238E27FC236}">
                <a16:creationId xmlns:a16="http://schemas.microsoft.com/office/drawing/2014/main" id="{3DBBEE65-CF48-D885-A267-FB777008D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026" y="1133474"/>
            <a:ext cx="1495424" cy="1679431"/>
          </a:xfrm>
          <a:prstGeom prst="rect">
            <a:avLst/>
          </a:prstGeom>
        </p:spPr>
      </p:pic>
      <p:pic>
        <p:nvPicPr>
          <p:cNvPr id="8" name="Picture 7" descr="Archivo:Oshawott.png - WikiDex, la enciclopedia Pokémon">
            <a:extLst>
              <a:ext uri="{FF2B5EF4-FFF2-40B4-BE49-F238E27FC236}">
                <a16:creationId xmlns:a16="http://schemas.microsoft.com/office/drawing/2014/main" id="{C964FE0B-E029-7A36-837F-48B71202E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750" y="3575049"/>
            <a:ext cx="1924053" cy="177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5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B77D3-808B-918A-6CE4-109E44E09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46EDFA3-39A2-9ED9-068D-5688E77A2644}"/>
              </a:ext>
            </a:extLst>
          </p:cNvPr>
          <p:cNvGrpSpPr/>
          <p:nvPr/>
        </p:nvGrpSpPr>
        <p:grpSpPr>
          <a:xfrm>
            <a:off x="1784349" y="1097631"/>
            <a:ext cx="7385049" cy="4861844"/>
            <a:chOff x="1784349" y="1097631"/>
            <a:chExt cx="7385049" cy="48618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26B0AB-2ACE-A6FD-1B67-7E97995D6764}"/>
                </a:ext>
              </a:extLst>
            </p:cNvPr>
            <p:cNvSpPr/>
            <p:nvPr/>
          </p:nvSpPr>
          <p:spPr>
            <a:xfrm>
              <a:off x="3632199" y="1133474"/>
              <a:ext cx="3695700" cy="2413001"/>
            </a:xfrm>
            <a:prstGeom prst="rect">
              <a:avLst/>
            </a:prstGeom>
            <a:solidFill>
              <a:srgbClr val="1560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62EB7D-722A-82FB-6FBB-732BE93E872E}"/>
                </a:ext>
              </a:extLst>
            </p:cNvPr>
            <p:cNvSpPr/>
            <p:nvPr/>
          </p:nvSpPr>
          <p:spPr>
            <a:xfrm>
              <a:off x="4168378" y="2593221"/>
              <a:ext cx="2610651" cy="101566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0" b="0" cap="none" spc="0" dirty="0">
                  <a:ln w="0"/>
                  <a:solidFill>
                    <a:srgbClr val="F00000"/>
                  </a:solidFill>
                  <a:effectLst>
                    <a:glow rad="127000">
                      <a:schemeClr val="bg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 Black" panose="020B0004020202020204" pitchFamily="34" charset="0"/>
                </a:rPr>
                <a:t>KALOS</a:t>
              </a: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AA6CB2E7-F286-E7B6-61D1-E50E260F8341}"/>
                </a:ext>
              </a:extLst>
            </p:cNvPr>
            <p:cNvSpPr/>
            <p:nvPr/>
          </p:nvSpPr>
          <p:spPr>
            <a:xfrm rot="10800000">
              <a:off x="3632200" y="3546475"/>
              <a:ext cx="3695700" cy="2413000"/>
            </a:xfrm>
            <a:prstGeom prst="triangle">
              <a:avLst/>
            </a:prstGeom>
            <a:solidFill>
              <a:srgbClr val="F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F738D585-EBE3-C40C-C99F-F2E940607BFC}"/>
                </a:ext>
              </a:extLst>
            </p:cNvPr>
            <p:cNvSpPr/>
            <p:nvPr/>
          </p:nvSpPr>
          <p:spPr>
            <a:xfrm rot="10800000">
              <a:off x="5473698" y="1104901"/>
              <a:ext cx="3695700" cy="2413000"/>
            </a:xfrm>
            <a:prstGeom prst="triangle">
              <a:avLst/>
            </a:prstGeom>
            <a:solidFill>
              <a:srgbClr val="F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B2B65EA9-C5A5-EC7C-8FC8-F5A495970F18}"/>
                </a:ext>
              </a:extLst>
            </p:cNvPr>
            <p:cNvSpPr/>
            <p:nvPr/>
          </p:nvSpPr>
          <p:spPr>
            <a:xfrm rot="10800000">
              <a:off x="1784349" y="1104900"/>
              <a:ext cx="3695700" cy="2413000"/>
            </a:xfrm>
            <a:prstGeom prst="triangle">
              <a:avLst/>
            </a:prstGeom>
            <a:solidFill>
              <a:srgbClr val="F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 descr="Fennekin, Cute, Animal PNG">
              <a:extLst>
                <a:ext uri="{FF2B5EF4-FFF2-40B4-BE49-F238E27FC236}">
                  <a16:creationId xmlns:a16="http://schemas.microsoft.com/office/drawing/2014/main" id="{8A693006-95C6-DD68-076E-08DB40617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4575"/>
            <a:stretch>
              <a:fillRect/>
            </a:stretch>
          </p:blipFill>
          <p:spPr>
            <a:xfrm>
              <a:off x="6016228" y="1104900"/>
              <a:ext cx="2336722" cy="1996152"/>
            </a:xfrm>
            <a:prstGeom prst="rect">
              <a:avLst/>
            </a:prstGeom>
          </p:spPr>
        </p:pic>
        <p:pic>
          <p:nvPicPr>
            <p:cNvPr id="11" name="Picture 10" descr="Froakie High Resolution, Clear Image, Definition Transparent PNG">
              <a:extLst>
                <a:ext uri="{FF2B5EF4-FFF2-40B4-BE49-F238E27FC236}">
                  <a16:creationId xmlns:a16="http://schemas.microsoft.com/office/drawing/2014/main" id="{4588DB60-6FCF-7A5C-3BBE-B389E48D3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9936" y="3648954"/>
              <a:ext cx="1849439" cy="1357268"/>
            </a:xfrm>
            <a:prstGeom prst="rect">
              <a:avLst/>
            </a:prstGeom>
          </p:spPr>
        </p:pic>
        <p:pic>
          <p:nvPicPr>
            <p:cNvPr id="12" name="Picture 11" descr="Chespin Pokemon, Cute Character, Evolving, Starter Pokemon, Sinnoh ...">
              <a:extLst>
                <a:ext uri="{FF2B5EF4-FFF2-40B4-BE49-F238E27FC236}">
                  <a16:creationId xmlns:a16="http://schemas.microsoft.com/office/drawing/2014/main" id="{19C51FA8-0DF3-9F0B-4AAF-FDE8CB16F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3585"/>
            <a:stretch>
              <a:fillRect/>
            </a:stretch>
          </p:blipFill>
          <p:spPr>
            <a:xfrm>
              <a:off x="3022123" y="1097631"/>
              <a:ext cx="1557814" cy="19217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042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63A83-3282-2E8C-3193-1246CF04E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A50BE23-B17F-3407-121E-E23415937568}"/>
              </a:ext>
            </a:extLst>
          </p:cNvPr>
          <p:cNvGrpSpPr/>
          <p:nvPr/>
        </p:nvGrpSpPr>
        <p:grpSpPr>
          <a:xfrm>
            <a:off x="1784349" y="860475"/>
            <a:ext cx="7385049" cy="5099000"/>
            <a:chOff x="1784349" y="860475"/>
            <a:chExt cx="7385049" cy="5099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E2EC67-95F2-9B17-4561-3EBFFAD0F441}"/>
                </a:ext>
              </a:extLst>
            </p:cNvPr>
            <p:cNvSpPr/>
            <p:nvPr/>
          </p:nvSpPr>
          <p:spPr>
            <a:xfrm>
              <a:off x="3632199" y="1133474"/>
              <a:ext cx="3695700" cy="2413001"/>
            </a:xfrm>
            <a:prstGeom prst="rect">
              <a:avLst/>
            </a:prstGeom>
            <a:solidFill>
              <a:srgbClr val="D4751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8756FB8-6AB3-AB56-4BB6-6DB973FE0FCB}"/>
                </a:ext>
              </a:extLst>
            </p:cNvPr>
            <p:cNvSpPr/>
            <p:nvPr/>
          </p:nvSpPr>
          <p:spPr>
            <a:xfrm>
              <a:off x="4449223" y="2593221"/>
              <a:ext cx="2048959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800" b="0" cap="none" spc="0" dirty="0">
                  <a:ln w="0"/>
                  <a:solidFill>
                    <a:srgbClr val="00B0F0"/>
                  </a:solidFill>
                  <a:effectLst>
                    <a:glow rad="127000">
                      <a:schemeClr val="bg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 Black" panose="020B0004020202020204" pitchFamily="34" charset="0"/>
                </a:rPr>
                <a:t>ALOLA</a:t>
              </a: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18B0AD57-BFC0-D848-2B9F-11D43E50DAE5}"/>
                </a:ext>
              </a:extLst>
            </p:cNvPr>
            <p:cNvSpPr/>
            <p:nvPr/>
          </p:nvSpPr>
          <p:spPr>
            <a:xfrm rot="10800000">
              <a:off x="3632200" y="3546475"/>
              <a:ext cx="3695700" cy="2413000"/>
            </a:xfrm>
            <a:prstGeom prst="triangl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94A0CC12-55AE-3B2D-1EAA-38FF8DE34136}"/>
                </a:ext>
              </a:extLst>
            </p:cNvPr>
            <p:cNvSpPr/>
            <p:nvPr/>
          </p:nvSpPr>
          <p:spPr>
            <a:xfrm rot="10800000">
              <a:off x="5473698" y="1104901"/>
              <a:ext cx="3695700" cy="2413000"/>
            </a:xfrm>
            <a:prstGeom prst="triangl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3F0AA422-85E2-E8F1-C9DC-EB208622FA74}"/>
                </a:ext>
              </a:extLst>
            </p:cNvPr>
            <p:cNvSpPr/>
            <p:nvPr/>
          </p:nvSpPr>
          <p:spPr>
            <a:xfrm rot="10800000">
              <a:off x="1784349" y="1104900"/>
              <a:ext cx="3695700" cy="2413000"/>
            </a:xfrm>
            <a:prstGeom prst="triangl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 descr="Litten - WikiDex, la enciclopedia Pokémon">
              <a:extLst>
                <a:ext uri="{FF2B5EF4-FFF2-40B4-BE49-F238E27FC236}">
                  <a16:creationId xmlns:a16="http://schemas.microsoft.com/office/drawing/2014/main" id="{5DF8F2F5-3257-3CC6-8660-EEBA0CBD1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569"/>
            <a:stretch>
              <a:fillRect/>
            </a:stretch>
          </p:blipFill>
          <p:spPr>
            <a:xfrm>
              <a:off x="6124302" y="1104900"/>
              <a:ext cx="2013200" cy="1828800"/>
            </a:xfrm>
            <a:prstGeom prst="rect">
              <a:avLst/>
            </a:prstGeom>
          </p:spPr>
        </p:pic>
        <p:pic>
          <p:nvPicPr>
            <p:cNvPr id="4" name="Picture 3" descr="Popplio - Pokemon Sun And Moon Water Pokemon (1024x1014), Png Download">
              <a:extLst>
                <a:ext uri="{FF2B5EF4-FFF2-40B4-BE49-F238E27FC236}">
                  <a16:creationId xmlns:a16="http://schemas.microsoft.com/office/drawing/2014/main" id="{020E41A0-C38D-55E6-142C-B1EB04D66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7997" y="3667941"/>
              <a:ext cx="2073277" cy="1157738"/>
            </a:xfrm>
            <a:prstGeom prst="rect">
              <a:avLst/>
            </a:prstGeom>
          </p:spPr>
        </p:pic>
        <p:pic>
          <p:nvPicPr>
            <p:cNvPr id="5" name="Picture 4" descr="Rowlet - WikiDex, la enciclopedia Pokémon">
              <a:extLst>
                <a:ext uri="{FF2B5EF4-FFF2-40B4-BE49-F238E27FC236}">
                  <a16:creationId xmlns:a16="http://schemas.microsoft.com/office/drawing/2014/main" id="{29DB73D4-9FB8-A368-84D1-F15497B27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79655" y="860475"/>
              <a:ext cx="2279701" cy="21034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7567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575E5-7C56-F3E8-2724-03B8CC989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46F4149-C60B-9605-D5CF-D77333526BE9}"/>
              </a:ext>
            </a:extLst>
          </p:cNvPr>
          <p:cNvGrpSpPr/>
          <p:nvPr/>
        </p:nvGrpSpPr>
        <p:grpSpPr>
          <a:xfrm>
            <a:off x="1784349" y="1104900"/>
            <a:ext cx="7385049" cy="4854575"/>
            <a:chOff x="1784349" y="1104900"/>
            <a:chExt cx="7385049" cy="485457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72EC7E-23C9-1191-1752-312DFC247AD6}"/>
                </a:ext>
              </a:extLst>
            </p:cNvPr>
            <p:cNvSpPr/>
            <p:nvPr/>
          </p:nvSpPr>
          <p:spPr>
            <a:xfrm>
              <a:off x="3632199" y="1133474"/>
              <a:ext cx="3695700" cy="2413001"/>
            </a:xfrm>
            <a:prstGeom prst="rect">
              <a:avLst/>
            </a:prstGeom>
            <a:solidFill>
              <a:srgbClr val="EF01E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5C22F57-750F-19CA-1D5A-922D517368AB}"/>
                </a:ext>
              </a:extLst>
            </p:cNvPr>
            <p:cNvSpPr/>
            <p:nvPr/>
          </p:nvSpPr>
          <p:spPr>
            <a:xfrm>
              <a:off x="4139067" y="2583696"/>
              <a:ext cx="2612125" cy="101566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000" dirty="0">
                  <a:ln w="0"/>
                  <a:effectLst>
                    <a:glow rad="127000">
                      <a:schemeClr val="bg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 Black" panose="020B0004020202020204" pitchFamily="34" charset="0"/>
                </a:rPr>
                <a:t>GALAR</a:t>
              </a:r>
              <a:endParaRPr lang="en-US" sz="6000" b="0" cap="none" spc="0" dirty="0">
                <a:ln w="0"/>
                <a:effectLst>
                  <a:glow rad="1270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Black" panose="020B0004020202020204" pitchFamily="34" charset="0"/>
              </a:endParaRP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AB9DCC0C-0B93-8B98-8A71-EA5C72234967}"/>
                </a:ext>
              </a:extLst>
            </p:cNvPr>
            <p:cNvSpPr/>
            <p:nvPr/>
          </p:nvSpPr>
          <p:spPr>
            <a:xfrm rot="10800000">
              <a:off x="3632200" y="3546475"/>
              <a:ext cx="3695700" cy="2413000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8A7F322F-6931-26DD-459D-C219CB476555}"/>
                </a:ext>
              </a:extLst>
            </p:cNvPr>
            <p:cNvSpPr/>
            <p:nvPr/>
          </p:nvSpPr>
          <p:spPr>
            <a:xfrm rot="10800000">
              <a:off x="5473698" y="1104901"/>
              <a:ext cx="3695700" cy="2413000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8AFB3EC5-4B45-3E13-4817-E01A0B99ACF5}"/>
                </a:ext>
              </a:extLst>
            </p:cNvPr>
            <p:cNvSpPr/>
            <p:nvPr/>
          </p:nvSpPr>
          <p:spPr>
            <a:xfrm rot="10800000">
              <a:off x="1784349" y="1104900"/>
              <a:ext cx="3695700" cy="2413000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 descr="Archivo:Scorbunny (serie VP) 2.png - WikiDex, la enciclopedia Pokémon">
              <a:extLst>
                <a:ext uri="{FF2B5EF4-FFF2-40B4-BE49-F238E27FC236}">
                  <a16:creationId xmlns:a16="http://schemas.microsoft.com/office/drawing/2014/main" id="{7A4188CC-9B50-0380-175C-C1C0AEA88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1627"/>
            <a:stretch>
              <a:fillRect/>
            </a:stretch>
          </p:blipFill>
          <p:spPr>
            <a:xfrm>
              <a:off x="6060589" y="1104900"/>
              <a:ext cx="2394941" cy="2427288"/>
            </a:xfrm>
            <a:prstGeom prst="rect">
              <a:avLst/>
            </a:prstGeom>
          </p:spPr>
        </p:pic>
        <p:pic>
          <p:nvPicPr>
            <p:cNvPr id="4" name="Picture 3" descr="Sobble Character, Water Type, Pokemon Art Transparent PNG">
              <a:extLst>
                <a:ext uri="{FF2B5EF4-FFF2-40B4-BE49-F238E27FC236}">
                  <a16:creationId xmlns:a16="http://schemas.microsoft.com/office/drawing/2014/main" id="{193A5DD5-4771-6D01-C5A0-A4DA07E50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5122" y="3541712"/>
              <a:ext cx="1569853" cy="1809750"/>
            </a:xfrm>
            <a:prstGeom prst="rect">
              <a:avLst/>
            </a:prstGeom>
          </p:spPr>
        </p:pic>
        <p:pic>
          <p:nvPicPr>
            <p:cNvPr id="10" name="Picture 9" descr="Transparent Pokemon Clip Art - Pokemon Sword And Shield Grookey - Png ...">
              <a:extLst>
                <a:ext uri="{FF2B5EF4-FFF2-40B4-BE49-F238E27FC236}">
                  <a16:creationId xmlns:a16="http://schemas.microsoft.com/office/drawing/2014/main" id="{958632CE-2B29-9348-26F4-623C6A302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649"/>
            <a:stretch>
              <a:fillRect/>
            </a:stretch>
          </p:blipFill>
          <p:spPr>
            <a:xfrm>
              <a:off x="2926648" y="1104900"/>
              <a:ext cx="1556530" cy="18622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2126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0CD9A-DC67-AFD6-2EC0-2834C423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DA6AE2D-B7D2-D6B0-7F7A-BBC0819BA633}"/>
              </a:ext>
            </a:extLst>
          </p:cNvPr>
          <p:cNvGrpSpPr/>
          <p:nvPr/>
        </p:nvGrpSpPr>
        <p:grpSpPr>
          <a:xfrm>
            <a:off x="1784349" y="898524"/>
            <a:ext cx="7385049" cy="5060951"/>
            <a:chOff x="1784349" y="898524"/>
            <a:chExt cx="7385049" cy="506095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05961B6-BC73-AB45-60E3-28805D9126DE}"/>
                </a:ext>
              </a:extLst>
            </p:cNvPr>
            <p:cNvSpPr/>
            <p:nvPr/>
          </p:nvSpPr>
          <p:spPr>
            <a:xfrm>
              <a:off x="3632199" y="1133474"/>
              <a:ext cx="3695700" cy="24130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5C5C22C7-13BB-205F-9C33-9FDB399D722A}"/>
                </a:ext>
              </a:extLst>
            </p:cNvPr>
            <p:cNvSpPr/>
            <p:nvPr/>
          </p:nvSpPr>
          <p:spPr>
            <a:xfrm rot="10800000">
              <a:off x="5473698" y="1104901"/>
              <a:ext cx="3695700" cy="2413000"/>
            </a:xfrm>
            <a:prstGeom prst="triangle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 descr="Fuecoco, Adventure, Pokémon, Starter, Crocolizard PNG">
              <a:extLst>
                <a:ext uri="{FF2B5EF4-FFF2-40B4-BE49-F238E27FC236}">
                  <a16:creationId xmlns:a16="http://schemas.microsoft.com/office/drawing/2014/main" id="{BD66A794-0FDD-FAF0-693C-8F66406BD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202"/>
            <a:stretch>
              <a:fillRect/>
            </a:stretch>
          </p:blipFill>
          <p:spPr>
            <a:xfrm>
              <a:off x="6618009" y="1104900"/>
              <a:ext cx="1394393" cy="181647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2F7679-2968-A6A9-75A2-F1CA4B505922}"/>
                </a:ext>
              </a:extLst>
            </p:cNvPr>
            <p:cNvSpPr/>
            <p:nvPr/>
          </p:nvSpPr>
          <p:spPr>
            <a:xfrm>
              <a:off x="4251541" y="2593221"/>
              <a:ext cx="2444323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800" b="0" cap="none" spc="0" dirty="0">
                  <a:ln w="0"/>
                  <a:solidFill>
                    <a:srgbClr val="0D3512"/>
                  </a:solidFill>
                  <a:effectLst>
                    <a:glow rad="127000">
                      <a:schemeClr val="bg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 Black" panose="020B0004020202020204" pitchFamily="34" charset="0"/>
                </a:rPr>
                <a:t>PALDEA</a:t>
              </a: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A7AB52F0-A353-9CE0-B6EE-F654E5BFBF8C}"/>
                </a:ext>
              </a:extLst>
            </p:cNvPr>
            <p:cNvSpPr/>
            <p:nvPr/>
          </p:nvSpPr>
          <p:spPr>
            <a:xfrm rot="10800000">
              <a:off x="3632200" y="3546475"/>
              <a:ext cx="3695700" cy="2413000"/>
            </a:xfrm>
            <a:prstGeom prst="triangle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49501E12-4E1A-D4A9-9EA9-95CDE67BEF9E}"/>
                </a:ext>
              </a:extLst>
            </p:cNvPr>
            <p:cNvSpPr/>
            <p:nvPr/>
          </p:nvSpPr>
          <p:spPr>
            <a:xfrm rot="10800000">
              <a:off x="1784349" y="1104900"/>
              <a:ext cx="3695700" cy="2413000"/>
            </a:xfrm>
            <a:prstGeom prst="triangle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 descr="Sprigatito official art fixed png cutout by Anythingguy on DeviantArt">
              <a:extLst>
                <a:ext uri="{FF2B5EF4-FFF2-40B4-BE49-F238E27FC236}">
                  <a16:creationId xmlns:a16="http://schemas.microsoft.com/office/drawing/2014/main" id="{300EFF64-9CEB-CDCB-C0BE-672B27458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3194" y="898524"/>
              <a:ext cx="2413001" cy="2413001"/>
            </a:xfrm>
            <a:prstGeom prst="rect">
              <a:avLst/>
            </a:prstGeom>
          </p:spPr>
        </p:pic>
        <p:pic>
          <p:nvPicPr>
            <p:cNvPr id="5" name="Picture 4" descr="Quaxly (no background) by MinyBoy5 on DeviantArt">
              <a:extLst>
                <a:ext uri="{FF2B5EF4-FFF2-40B4-BE49-F238E27FC236}">
                  <a16:creationId xmlns:a16="http://schemas.microsoft.com/office/drawing/2014/main" id="{EF77AE23-8F16-5B54-941A-66D1209C4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60981" y="3575049"/>
              <a:ext cx="1758844" cy="17588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3612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21068-06DA-0E84-C9D8-55082BF25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D0DEDC-7954-5232-56A0-41F327E5B940}"/>
              </a:ext>
            </a:extLst>
          </p:cNvPr>
          <p:cNvGrpSpPr/>
          <p:nvPr/>
        </p:nvGrpSpPr>
        <p:grpSpPr>
          <a:xfrm>
            <a:off x="1784349" y="1104900"/>
            <a:ext cx="7385049" cy="4854575"/>
            <a:chOff x="1784349" y="1104900"/>
            <a:chExt cx="7385049" cy="485457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DE6B62C-0995-5A52-D4CE-C4E07BCA4208}"/>
                </a:ext>
              </a:extLst>
            </p:cNvPr>
            <p:cNvSpPr/>
            <p:nvPr/>
          </p:nvSpPr>
          <p:spPr>
            <a:xfrm>
              <a:off x="3632199" y="1133474"/>
              <a:ext cx="3695700" cy="2413001"/>
            </a:xfrm>
            <a:prstGeom prst="rect">
              <a:avLst/>
            </a:prstGeom>
            <a:solidFill>
              <a:srgbClr val="EF01E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138928AA-AB40-F402-BA3F-C6ADED43EC51}"/>
                </a:ext>
              </a:extLst>
            </p:cNvPr>
            <p:cNvSpPr/>
            <p:nvPr/>
          </p:nvSpPr>
          <p:spPr>
            <a:xfrm rot="10800000">
              <a:off x="5473698" y="1104901"/>
              <a:ext cx="3695700" cy="2413000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A74BD8-DF6C-D91B-A508-15259AF733EE}"/>
                </a:ext>
              </a:extLst>
            </p:cNvPr>
            <p:cNvSpPr/>
            <p:nvPr/>
          </p:nvSpPr>
          <p:spPr>
            <a:xfrm>
              <a:off x="4538992" y="2593221"/>
              <a:ext cx="1869423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800" b="0" cap="none" spc="0" dirty="0">
                  <a:ln w="0"/>
                  <a:solidFill>
                    <a:srgbClr val="0D3512"/>
                  </a:solidFill>
                  <a:effectLst>
                    <a:glow rad="127000">
                      <a:schemeClr val="bg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 Black" panose="020B0004020202020204" pitchFamily="34" charset="0"/>
                </a:rPr>
                <a:t>HISUI</a:t>
              </a: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41C283B-71C4-1BA6-6E40-9FD6FFAEEE6D}"/>
                </a:ext>
              </a:extLst>
            </p:cNvPr>
            <p:cNvSpPr/>
            <p:nvPr/>
          </p:nvSpPr>
          <p:spPr>
            <a:xfrm rot="10800000">
              <a:off x="3632200" y="3546475"/>
              <a:ext cx="3695700" cy="2413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7832DA8D-06A2-C207-64F3-332876019840}"/>
                </a:ext>
              </a:extLst>
            </p:cNvPr>
            <p:cNvSpPr/>
            <p:nvPr/>
          </p:nvSpPr>
          <p:spPr>
            <a:xfrm rot="10800000">
              <a:off x="1784349" y="1104900"/>
              <a:ext cx="3695700" cy="2413000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 descr="Archivo:Typhlosion de Hisui.png - WikiDex, la enciclopedia Pokémon">
              <a:extLst>
                <a:ext uri="{FF2B5EF4-FFF2-40B4-BE49-F238E27FC236}">
                  <a16:creationId xmlns:a16="http://schemas.microsoft.com/office/drawing/2014/main" id="{92FF2D69-2C45-C650-6821-172D44822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106" t="10451" r="-6106"/>
            <a:stretch>
              <a:fillRect/>
            </a:stretch>
          </p:blipFill>
          <p:spPr>
            <a:xfrm>
              <a:off x="6711953" y="1104900"/>
              <a:ext cx="2138692" cy="1768350"/>
            </a:xfrm>
            <a:prstGeom prst="rect">
              <a:avLst/>
            </a:prstGeom>
          </p:spPr>
        </p:pic>
        <p:pic>
          <p:nvPicPr>
            <p:cNvPr id="6" name="Picture 5" descr="Archivo:Growlithe de Hisui.png - WikiDex, la enciclopedia Pokémon">
              <a:extLst>
                <a:ext uri="{FF2B5EF4-FFF2-40B4-BE49-F238E27FC236}">
                  <a16:creationId xmlns:a16="http://schemas.microsoft.com/office/drawing/2014/main" id="{5B4CE27E-0948-96AF-2B2F-64A7E64B7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38991" y="3305175"/>
              <a:ext cx="2125663" cy="1962150"/>
            </a:xfrm>
            <a:prstGeom prst="rect">
              <a:avLst/>
            </a:prstGeom>
          </p:spPr>
        </p:pic>
        <p:pic>
          <p:nvPicPr>
            <p:cNvPr id="8" name="Picture 7" descr="Archivo:Zorua de Hisui (Nieves de Hisui).png - WikiDex, la enciclopedia ...">
              <a:extLst>
                <a:ext uri="{FF2B5EF4-FFF2-40B4-BE49-F238E27FC236}">
                  <a16:creationId xmlns:a16="http://schemas.microsoft.com/office/drawing/2014/main" id="{8E6748A9-7F82-AA40-1867-E1B66AF38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3367"/>
            <a:stretch>
              <a:fillRect/>
            </a:stretch>
          </p:blipFill>
          <p:spPr>
            <a:xfrm>
              <a:off x="2465735" y="1104900"/>
              <a:ext cx="2307546" cy="17683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752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2590</TotalTime>
  <Words>10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Black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Evans</dc:creator>
  <cp:lastModifiedBy>Andrew Evans</cp:lastModifiedBy>
  <cp:revision>2</cp:revision>
  <dcterms:created xsi:type="dcterms:W3CDTF">2026-08-21T01:24:50Z</dcterms:created>
  <dcterms:modified xsi:type="dcterms:W3CDTF">2026-09-19T01:16:35Z</dcterms:modified>
</cp:coreProperties>
</file>